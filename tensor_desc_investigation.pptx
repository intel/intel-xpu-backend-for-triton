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9B4FA"/>
                </a:solidFill>
                <a:latin typeface="Consolas"/>
              </a:defRPr>
            </a:pPr>
            <a:r>
              <a:t>Tensor Descriptor vs Tensor of Pointers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DD6F4"/>
                </a:solidFill>
                <a:latin typeface="Consolas"/>
              </a:defRPr>
            </a:pPr>
            <a:r>
              <a:t>Pointer Arithmetic Bit Width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A6F7"/>
                </a:solidFill>
                <a:latin typeface="Consolas"/>
              </a:defRPr>
            </a:pPr>
            <a:r>
              <a:t>Intel XPU Backend for Triton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  <a:latin typeface="Consola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6E3A1"/>
                </a:solidFill>
                <a:latin typeface="Consolas"/>
              </a:defRPr>
            </a:pPr>
            <a:r>
              <a:t>User writes: tl.make_tensor_descriptor() + desc.load()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rewrite_tensor_descriptor_to_pointer pass converts to tl.load(ptr, mask)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6E3A1"/>
                </a:solidFill>
                <a:latin typeface="Consolas"/>
              </a:defRPr>
            </a:pPr>
            <a:r>
              <a:t>User writes: tl.arange() + pointer arithmetic + tl.load(ptrs)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Direct tensor-of-pointer code, user controls bit widths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F9E2AF"/>
                </a:solidFill>
                <a:latin typeface="Consolas"/>
              </a:defRPr>
            </a:pPr>
            <a:r>
              <a:t>Question: Is rewritten descriptor code always &gt;= performance?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F38BA8"/>
                </a:solidFill>
                <a:latin typeface="Consolas"/>
              </a:defRPr>
            </a:pPr>
            <a:r>
              <a:t>Finding: The rewrite pass forces ALL offset arithmetic to i64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MakeTensorDescOp shapes are Variadic&lt;I32&gt;, strides are Variadic&lt;I64&gt;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But rewrite castToI64() on shapes, indices, and ranges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Manual code uses tl.arange() (i32) * stride (i32) = i32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8BA8"/>
                </a:solidFill>
                <a:latin typeface="Consolas"/>
              </a:defRPr>
            </a:pPr>
            <a:r>
              <a:t>Before: All Arithmetic in i64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Consolas"/>
              </a:defRPr>
            </a:pPr>
            <a:r>
              <a:t>RewriteTensorDescriptorToPointer.cpp (before fix):</a:t>
            </a:r>
            <a:br/>
            <a:br/>
            <a:r>
              <a:t>  getExpandedOffsetWithRange():</a:t>
            </a:r>
            <a:br/>
            <a:r>
              <a:t>    indexRowType = i64                          // forced to i64</a:t>
            </a:r>
            <a:br/>
            <a:r>
              <a:t>    ExtSIOp(make_range_i32) -&gt; i64             // extend range</a:t>
            </a:r>
            <a:br/>
            <a:r>
              <a:t>    AddIOp(splat_offset_i64, range_i64) -&gt; i64 // i64 addition</a:t>
            </a:r>
            <a:br/>
            <a:br/>
            <a:r>
              <a:t>  generatePtrFromOffsetRanges():</a:t>
            </a:r>
            <a:br/>
            <a:r>
              <a:t>    MulIOp(offset_i64, stride_i64) -&gt; i64      // i64 multiply</a:t>
            </a:r>
            <a:br/>
            <a:r>
              <a:t>    AddPtrOp(ptr, offset_i64)                  // i64 offset</a:t>
            </a:r>
            <a:br/>
            <a:br/>
            <a:r>
              <a:t>  generateMaskFromOffsetRanges():</a:t>
            </a:r>
            <a:br/>
            <a:r>
              <a:t>    ConstantIntOp(0, i64)                      // i64 zero</a:t>
            </a:r>
            <a:br/>
            <a:r>
              <a:t>    CmpIOp(sge, offset_i64, zero_i64)          // i64 comparison</a:t>
            </a:r>
            <a:br/>
            <a:r>
              <a:t>    CmpIOp(slt, offset_i64, shape_i64)         // i64 comparison</a:t>
            </a:r>
            <a:br/>
            <a:br/>
            <a:r>
              <a:t>  RewriteMakeTensorDesc:</a:t>
            </a:r>
            <a:br/>
            <a:r>
              <a:t>    castToI64(shapes)                          // i32 -&gt; i64 promotion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6E3A1"/>
                </a:solidFill>
                <a:latin typeface="Consolas"/>
              </a:defRPr>
            </a:pPr>
            <a:r>
              <a:t>After: Keep i32, Extend Only at Stride Multiply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Consolas"/>
              </a:defRPr>
            </a:pPr>
            <a:r>
              <a:t>RewriteTensorDescriptorToPointer.cpp (after fix):</a:t>
            </a:r>
            <a:br/>
            <a:br/>
            <a:r>
              <a:t>  getExpandedOffsetWithRange():</a:t>
            </a:r>
            <a:br/>
            <a:r>
              <a:t>    indexI32RowType = i32                       // stay in i32</a:t>
            </a:r>
            <a:br/>
            <a:r>
              <a:t>    AddIOp(splat_offset_i32, range_i32) -&gt; i32  // i32 addition</a:t>
            </a:r>
            <a:br/>
            <a:br/>
            <a:r>
              <a:t>  generatePtrFromOffsetRanges():</a:t>
            </a:r>
            <a:br/>
            <a:r>
              <a:t>    ExtSIOp(offset_i32) -&gt; i64                  // extend ONLY HERE</a:t>
            </a:r>
            <a:br/>
            <a:r>
              <a:t>    MulIOp(offset_i64, stride_i64) -&gt; i64       // i64 multiply (required)</a:t>
            </a:r>
            <a:br/>
            <a:r>
              <a:t>    AddPtrOp(ptr, offset_i64)                   // i64 offset (required)</a:t>
            </a:r>
            <a:br/>
            <a:br/>
            <a:r>
              <a:t>  generateMaskFromOffsetRanges():</a:t>
            </a:r>
            <a:br/>
            <a:r>
              <a:t>    ConstantIntOp(0, i32)                       // i32 zero</a:t>
            </a:r>
            <a:br/>
            <a:r>
              <a:t>    CmpIOp(sge, offset_i32, zero_i32)           // i32 comparison</a:t>
            </a:r>
            <a:br/>
            <a:r>
              <a:t>    CmpIOp(slt, offset_i32, shape_i32)          // i32 comparison</a:t>
            </a:r>
            <a:br/>
            <a:br/>
            <a:r>
              <a:t>  RewriteMakeTensorDesc:</a:t>
            </a:r>
            <a:br/>
            <a:r>
              <a:t>    shapes passed through as-is (i32)           // no promotion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  <a:latin typeface="Consolas"/>
              </a:defRPr>
            </a:pPr>
            <a:r>
              <a:t>Register Pressure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CDD6F4"/>
                </a:solidFill>
                <a:latin typeface="Consolas"/>
              </a:defRPr>
            </a:pPr>
            <a:r>
              <a:t>Each i64 value occupies 2 GRF words vs 1 for i32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F9E2AF"/>
                </a:solidFill>
                <a:latin typeface="Consolas"/>
              </a:defRPr>
            </a:pPr>
            <a:r>
              <a:t>Operation              Before (i64)    After (i32)</a:t>
            </a:r>
          </a:p>
          <a:p>
            <a:pPr>
              <a:defRPr sz="1500">
                <a:solidFill>
                  <a:srgbClr val="F9E2AF"/>
                </a:solidFill>
                <a:latin typeface="Consolas"/>
              </a:defRPr>
            </a:pPr>
            <a:r>
              <a:t>-------------------------------------------------------</a:t>
            </a:r>
          </a:p>
          <a:p>
            <a:pPr>
              <a:defRPr sz="1500">
                <a:solidFill>
                  <a:srgbClr val="CDD6F4"/>
                </a:solidFill>
                <a:latin typeface="Consolas"/>
              </a:defRPr>
            </a:pPr>
            <a:r>
              <a:t>Offset range (idx+range)  2 GRF/elem     1 GRF/elem</a:t>
            </a:r>
          </a:p>
          <a:p>
            <a:pPr>
              <a:defRPr sz="1500">
                <a:solidFill>
                  <a:srgbClr val="CDD6F4"/>
                </a:solidFill>
                <a:latin typeface="Consolas"/>
              </a:defRPr>
            </a:pPr>
            <a:r>
              <a:t>Shape bounds              2 GRF/elem     1 GRF/elem</a:t>
            </a:r>
          </a:p>
          <a:p>
            <a:pPr>
              <a:defRPr sz="1500">
                <a:solidFill>
                  <a:srgbClr val="CDD6F4"/>
                </a:solidFill>
                <a:latin typeface="Consolas"/>
              </a:defRPr>
            </a:pPr>
            <a:r>
              <a:t>Mask comparisons          i64 CmpIOp     i32 CmpIOp</a:t>
            </a:r>
          </a:p>
          <a:p>
            <a:pPr>
              <a:defRPr sz="1500">
                <a:solidFill>
                  <a:srgbClr val="CDD6F4"/>
                </a:solidFill>
                <a:latin typeface="Consolas"/>
              </a:defRPr>
            </a:pPr>
            <a:r>
              <a:t>Stride multiply           i64 x i64      ExtSI(i32) x i64</a:t>
            </a:r>
          </a:p>
          <a:p>
            <a:pPr>
              <a:defRPr sz="1500">
                <a:solidFill>
                  <a:srgbClr val="CDD6F4"/>
                </a:solidFill>
                <a:latin typeface="Consolas"/>
              </a:defRPr>
            </a:pPr>
            <a:r>
              <a:t>AddPtrOp offset           i64             i64 (unchanged)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A6E3A1"/>
                </a:solidFill>
                <a:latin typeface="Consolas"/>
              </a:defRPr>
            </a:pPr>
            <a:r>
              <a:t>Net: ~50% register savings for intermediate offset computation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F9E2AF"/>
                </a:solidFill>
                <a:latin typeface="Consolas"/>
              </a:defRPr>
            </a:pPr>
            <a:r>
              <a:t>Why this matters: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Intel GPUs: higher register pressure -&gt; more spills -&gt; worse perf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Auto-GRF: spill_size &gt; 1000 triggers recompile with 256-GRF mode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256-GRF halves thread occupancy -&gt; fewer warps in flight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  <a:latin typeface="Consolas"/>
              </a:defRPr>
            </a:pPr>
            <a:r>
              <a:t>IR Comparison: Gather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8BA8"/>
                </a:solidFill>
                <a:latin typeface="Consolas"/>
              </a:defRPr>
            </a:pPr>
            <a:r>
              <a:t>Before (i64):</a:t>
            </a:r>
            <a:br/>
            <a:br/>
            <a:r>
              <a:t>%range = tt.make_range : tensor&lt;128xi32&gt;</a:t>
            </a:r>
            <a:br/>
            <a:r>
              <a:t>%ext = arith.extsi %range : i32 -&gt; i64</a:t>
            </a:r>
            <a:br/>
            <a:r>
              <a:t>%add = arith.addi %splat_i64, %ext : i64</a:t>
            </a:r>
            <a:br/>
            <a:r>
              <a:t>%mul = arith.muli %add, %stride_i64 : i64</a:t>
            </a:r>
            <a:br/>
            <a:br/>
            <a:r>
              <a:t>%zero_i64 = arith.constant 0 : i64</a:t>
            </a:r>
            <a:br/>
            <a:r>
              <a:t>%cmp_lo = arith.cmpi sge, %add, %zero_i64</a:t>
            </a:r>
            <a:br/>
            <a:r>
              <a:t>%shape_i64 = ... (cast from i32)</a:t>
            </a:r>
            <a:br/>
            <a:r>
              <a:t>%cmp_hi = arith.cmpi slt, %add, %shape_i64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6E3A1"/>
                </a:solidFill>
                <a:latin typeface="Consolas"/>
              </a:defRPr>
            </a:pPr>
            <a:r>
              <a:t>After (i32):</a:t>
            </a:r>
            <a:br/>
            <a:br/>
            <a:r>
              <a:t>%range = tt.make_range : tensor&lt;128xi32&gt;</a:t>
            </a:r>
            <a:br/>
            <a:r>
              <a:t>%add = arith.addi %splat_i32, %range : i32</a:t>
            </a:r>
            <a:br/>
            <a:r>
              <a:t>%ext = arith.extsi %add : i32 -&gt; i64</a:t>
            </a:r>
            <a:br/>
            <a:r>
              <a:t>%mul = arith.muli %ext, %stride_i64 : i64</a:t>
            </a:r>
            <a:br/>
            <a:br/>
            <a:r>
              <a:t>%zero_i32 = arith.constant 0 : i32</a:t>
            </a:r>
            <a:br/>
            <a:r>
              <a:t>%cmp_lo = arith.cmpi sge, %add, %zero_i32</a:t>
            </a:r>
            <a:br/>
            <a:r>
              <a:t>%shape_i32 = ... (native i32)</a:t>
            </a:r>
            <a:br/>
            <a:r>
              <a:t>%cmp_hi = arith.cmpi slt, %add, %shape_i32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  <a:latin typeface="Consolas"/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A6E3A1"/>
                </a:solidFill>
                <a:latin typeface="Consolas"/>
              </a:defRPr>
            </a:pPr>
            <a:r>
              <a:t>Build: compile-triton.sh passed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A6E3A1"/>
                </a:solidFill>
                <a:latin typeface="Consolas"/>
              </a:defRPr>
            </a:pPr>
            <a:r>
              <a:t>Python tests: 108/108 passed (test_block_tdesc.py)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Descriptor load/store with f32, f16, i8 and various shapes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Boundary padding (zeros in out-of-bounds region)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A6E3A1"/>
                </a:solidFill>
                <a:latin typeface="Consolas"/>
              </a:defRPr>
            </a:pPr>
            <a:r>
              <a:t>Pre-commit checks: all passed (clang-format, etc.)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A6E3A1"/>
                </a:solidFill>
                <a:latin typeface="Consolas"/>
              </a:defRPr>
            </a:pPr>
            <a:r>
              <a:t>Lit test updated: rewrite-tensor-descriptor-to-pointer.mlir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1800">
                <a:solidFill>
                  <a:srgbClr val="F9E2AF"/>
                </a:solidFill>
                <a:latin typeface="Consolas"/>
              </a:defRPr>
            </a:pPr>
            <a:r>
              <a:t>Next steps: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Performance benchmarking on target hardware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Compare GRF spill counts before/after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Matmul / attention kernel benchmarks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  <a:latin typeface="Consolas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F9E2AF"/>
                </a:solidFill>
                <a:latin typeface="Consolas"/>
              </a:defRPr>
            </a:pPr>
            <a:r>
              <a:t>Investigation: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Tensor descriptor rewrite forced all offset arithmetic to i64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Manual tensor-of-pointer code uses i32 (tl.arange -&gt; i32)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~2x register pressure for intermediate offset computation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F9E2AF"/>
                </a:solidFill>
                <a:latin typeface="Consolas"/>
              </a:defRPr>
            </a:pPr>
            <a:r>
              <a:t>Fix: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Keep shapes (i32), indices (i32), ranges (i32) in native types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Extend to i64 ONLY at stride multiply (required for address math)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Mask comparisons stay in i32 (shapes are i32)</a:t>
            </a:r>
          </a:p>
          <a:p>
            <a:pPr>
              <a:defRPr sz="800">
                <a:solidFill>
                  <a:srgbClr val="CDD6F4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F9E2AF"/>
                </a:solidFill>
                <a:latin typeface="Consolas"/>
              </a:defRPr>
            </a:pPr>
            <a:r>
              <a:t>File changed:</a:t>
            </a:r>
          </a:p>
          <a:p>
            <a:pPr lvl="1">
              <a:defRPr sz="1600">
                <a:solidFill>
                  <a:srgbClr val="CDD6F4"/>
                </a:solidFill>
                <a:latin typeface="Consolas"/>
              </a:defRPr>
            </a:pPr>
            <a:r>
              <a:t>RewriteTensorDescriptorToPointer.cpp (1 file, ~30 lines)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